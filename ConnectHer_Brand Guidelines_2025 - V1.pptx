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Manrope SemiBold"/>
      <p:regular r:id="rId23"/>
      <p:bold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Bricolage Grotesque SemiBold"/>
      <p:regular r:id="rId29"/>
      <p:bold r:id="rId30"/>
    </p:embeddedFont>
    <p:embeddedFont>
      <p:font typeface="Manrope"/>
      <p:regular r:id="rId31"/>
      <p:bold r:id="rId32"/>
    </p:embeddedFont>
    <p:embeddedFont>
      <p:font typeface="Poppins Light"/>
      <p:regular r:id="rId33"/>
      <p:bold r:id="rId34"/>
      <p:italic r:id="rId35"/>
      <p:boldItalic r:id="rId36"/>
    </p:embeddedFont>
    <p:embeddedFont>
      <p:font typeface="Albert Sans"/>
      <p:regular r:id="rId37"/>
      <p:bold r:id="rId38"/>
      <p:italic r:id="rId39"/>
      <p:boldItalic r:id="rId40"/>
    </p:embeddedFont>
    <p:embeddedFont>
      <p:font typeface="Merriweather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-boldItalic.fntdata"/><Relationship Id="rId20" Type="http://schemas.openxmlformats.org/officeDocument/2006/relationships/slide" Target="slides/slide16.xml"/><Relationship Id="rId42" Type="http://schemas.openxmlformats.org/officeDocument/2006/relationships/font" Target="fonts/Merriweather-bold.fntdata"/><Relationship Id="rId41" Type="http://schemas.openxmlformats.org/officeDocument/2006/relationships/font" Target="fonts/Merriweather-regular.fntdata"/><Relationship Id="rId22" Type="http://schemas.openxmlformats.org/officeDocument/2006/relationships/slide" Target="slides/slide18.xml"/><Relationship Id="rId44" Type="http://schemas.openxmlformats.org/officeDocument/2006/relationships/font" Target="fonts/Merriweather-boldItalic.fntdata"/><Relationship Id="rId21" Type="http://schemas.openxmlformats.org/officeDocument/2006/relationships/slide" Target="slides/slide17.xml"/><Relationship Id="rId43" Type="http://schemas.openxmlformats.org/officeDocument/2006/relationships/font" Target="fonts/Merriweather-italic.fntdata"/><Relationship Id="rId24" Type="http://schemas.openxmlformats.org/officeDocument/2006/relationships/font" Target="fonts/ManropeSemiBold-bold.fntdata"/><Relationship Id="rId23" Type="http://schemas.openxmlformats.org/officeDocument/2006/relationships/font" Target="fonts/Manrope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ricolageGrotesque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anrope-regular.fntdata"/><Relationship Id="rId30" Type="http://schemas.openxmlformats.org/officeDocument/2006/relationships/font" Target="fonts/BricolageGrotesqueSemiBold-bold.fntdata"/><Relationship Id="rId11" Type="http://schemas.openxmlformats.org/officeDocument/2006/relationships/slide" Target="slides/slide7.xml"/><Relationship Id="rId33" Type="http://schemas.openxmlformats.org/officeDocument/2006/relationships/font" Target="fonts/PoppinsLight-regular.fntdata"/><Relationship Id="rId10" Type="http://schemas.openxmlformats.org/officeDocument/2006/relationships/slide" Target="slides/slide6.xml"/><Relationship Id="rId32" Type="http://schemas.openxmlformats.org/officeDocument/2006/relationships/font" Target="fonts/Manrope-bold.fntdata"/><Relationship Id="rId13" Type="http://schemas.openxmlformats.org/officeDocument/2006/relationships/slide" Target="slides/slide9.xml"/><Relationship Id="rId35" Type="http://schemas.openxmlformats.org/officeDocument/2006/relationships/font" Target="fonts/PoppinsLight-italic.fntdata"/><Relationship Id="rId12" Type="http://schemas.openxmlformats.org/officeDocument/2006/relationships/slide" Target="slides/slide8.xml"/><Relationship Id="rId34" Type="http://schemas.openxmlformats.org/officeDocument/2006/relationships/font" Target="fonts/PoppinsLight-bold.fntdata"/><Relationship Id="rId15" Type="http://schemas.openxmlformats.org/officeDocument/2006/relationships/slide" Target="slides/slide11.xml"/><Relationship Id="rId37" Type="http://schemas.openxmlformats.org/officeDocument/2006/relationships/font" Target="fonts/AlbertSans-regular.fntdata"/><Relationship Id="rId14" Type="http://schemas.openxmlformats.org/officeDocument/2006/relationships/slide" Target="slides/slide10.xml"/><Relationship Id="rId36" Type="http://schemas.openxmlformats.org/officeDocument/2006/relationships/font" Target="fonts/PoppinsLight-boldItalic.fntdata"/><Relationship Id="rId17" Type="http://schemas.openxmlformats.org/officeDocument/2006/relationships/slide" Target="slides/slide13.xml"/><Relationship Id="rId39" Type="http://schemas.openxmlformats.org/officeDocument/2006/relationships/font" Target="fonts/AlbertSans-italic.fntdata"/><Relationship Id="rId16" Type="http://schemas.openxmlformats.org/officeDocument/2006/relationships/slide" Target="slides/slide12.xml"/><Relationship Id="rId38" Type="http://schemas.openxmlformats.org/officeDocument/2006/relationships/font" Target="fonts/AlbertSan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f4c73dd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f4c73dd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6cde8ef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6cde8ef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6cde8ef1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6cde8ef1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8afb4a8c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8afb4a8c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6cde8ef1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16cde8ef1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16cde8ef1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16cde8ef1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6cde8ef1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16cde8ef1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6cde8ef1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6cde8ef1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6cde8ef1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16cde8ef1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6cde8ef1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16cde8ef1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18afb4a8c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18afb4a8c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3596c81a0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23596c81a0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23596c81a0_3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23596c81a0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18afb4a8c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18afb4a8c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3596c81a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23596c81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23596c81a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23596c81a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23596c81a0_3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23596c81a0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18afb4a8c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18afb4a8c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2025 Brand Guidelines </a:t>
            </a:r>
            <a:endParaRPr sz="700">
              <a:solidFill>
                <a:srgbClr val="41008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6" name="Google Shape;4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3">
  <p:cSld name="CAPTION_ONLY_3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06575" y="4889013"/>
            <a:ext cx="261600" cy="1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567650" y="1577875"/>
            <a:ext cx="2904300" cy="28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4115889" y="1577875"/>
            <a:ext cx="2904300" cy="28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Investor Presentation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" name="Google Shape;52;p11"/>
          <p:cNvSpPr txBox="1"/>
          <p:nvPr/>
        </p:nvSpPr>
        <p:spPr>
          <a:xfrm>
            <a:off x="5737250" y="4889025"/>
            <a:ext cx="2507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November 2024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/>
          <p:nvPr>
            <p:ph type="title"/>
          </p:nvPr>
        </p:nvSpPr>
        <p:spPr>
          <a:xfrm>
            <a:off x="417875" y="568125"/>
            <a:ext cx="6563100" cy="56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3" type="subTitle"/>
          </p:nvPr>
        </p:nvSpPr>
        <p:spPr>
          <a:xfrm>
            <a:off x="417875" y="331850"/>
            <a:ext cx="6114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3 1">
  <p:cSld name="CAPTION_ONLY_3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06575" y="4889013"/>
            <a:ext cx="261600" cy="1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567650" y="1577875"/>
            <a:ext cx="5917200" cy="28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●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○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■"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9" name="Google Shape;59;p12"/>
          <p:cNvSpPr txBox="1"/>
          <p:nvPr>
            <p:ph type="title"/>
          </p:nvPr>
        </p:nvSpPr>
        <p:spPr>
          <a:xfrm>
            <a:off x="417875" y="568125"/>
            <a:ext cx="6563100" cy="56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2" type="subTitle"/>
          </p:nvPr>
        </p:nvSpPr>
        <p:spPr>
          <a:xfrm>
            <a:off x="417875" y="331850"/>
            <a:ext cx="6114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1" name="Google Shape;61;p12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Investor Presentation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2" name="Google Shape;62;p12"/>
          <p:cNvSpPr txBox="1"/>
          <p:nvPr/>
        </p:nvSpPr>
        <p:spPr>
          <a:xfrm>
            <a:off x="5737250" y="4889025"/>
            <a:ext cx="2507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November 2024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63" name="Google Shape;6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417875" y="568125"/>
            <a:ext cx="6563100" cy="56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17875" y="331850"/>
            <a:ext cx="6114600" cy="2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05CFF"/>
              </a:buClr>
              <a:buSzPts val="1400"/>
              <a:buFont typeface="Manrope"/>
              <a:buNone/>
              <a:defRPr>
                <a:solidFill>
                  <a:srgbClr val="905CFF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2025 Brand Guidelines </a:t>
            </a:r>
            <a:endParaRPr sz="700">
              <a:solidFill>
                <a:srgbClr val="41008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bg>
      <p:bgPr>
        <a:solidFill>
          <a:srgbClr val="92D2D8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06575" y="4889013"/>
            <a:ext cx="261600" cy="1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Investor Presentation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737250" y="4889025"/>
            <a:ext cx="2507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November 2024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2">
  <p:cSld name="CAPTION_ONLY_1_2">
    <p:bg>
      <p:bgPr>
        <a:solidFill>
          <a:srgbClr val="905C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06575" y="4889013"/>
            <a:ext cx="261600" cy="1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2">
            <a:alphaModFix/>
          </a:blip>
          <a:srcRect b="21433" l="6359" r="5066" t="20903"/>
          <a:stretch/>
        </p:blipFill>
        <p:spPr>
          <a:xfrm>
            <a:off x="325525" y="4868050"/>
            <a:ext cx="874598" cy="1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Investor Presentation</a:t>
            </a:r>
            <a:endParaRPr sz="7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737250" y="4889025"/>
            <a:ext cx="2507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November 2024</a:t>
            </a:r>
            <a:endParaRPr sz="7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2 1">
  <p:cSld name="CAPTION_ONLY_1_2_1">
    <p:bg>
      <p:bgPr>
        <a:solidFill>
          <a:srgbClr val="F7F5ED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06575" y="4889013"/>
            <a:ext cx="261600" cy="1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Investor Presentation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5737250" y="4889025"/>
            <a:ext cx="2507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November 2024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2 1 1">
  <p:cSld name="CAPTION_ONLY_1_2_1_1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1265900"/>
            <a:ext cx="9150000" cy="3878100"/>
          </a:xfrm>
          <a:prstGeom prst="rect">
            <a:avLst/>
          </a:prstGeom>
          <a:solidFill>
            <a:srgbClr val="92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06575" y="4889013"/>
            <a:ext cx="261600" cy="1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Investor Presentation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737250" y="4889025"/>
            <a:ext cx="2507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November 2024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2 1 1 1">
  <p:cSld name="CAPTION_ONLY_1_2_1_1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0" y="1265900"/>
            <a:ext cx="9150000" cy="38781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06575" y="4889013"/>
            <a:ext cx="261600" cy="1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Investor Presentation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737250" y="4889025"/>
            <a:ext cx="2507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November 2024</a:t>
            </a:r>
            <a:endParaRPr sz="700">
              <a:solidFill>
                <a:srgbClr val="905C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Manrope SemiBold"/>
              <a:buNone/>
              <a:defRPr sz="2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1400"/>
              <a:buFont typeface="Manrope"/>
              <a:buNone/>
              <a:defRPr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1">
  <p:cSld name="CAPTION_ONLY_1_1">
    <p:bg>
      <p:bgPr>
        <a:solidFill>
          <a:srgbClr val="41008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06575" y="4889013"/>
            <a:ext cx="261600" cy="1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2">
            <a:alphaModFix/>
          </a:blip>
          <a:srcRect b="21433" l="6359" r="5066" t="20903"/>
          <a:stretch/>
        </p:blipFill>
        <p:spPr>
          <a:xfrm>
            <a:off x="325525" y="4868050"/>
            <a:ext cx="874598" cy="1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Investor Presentation</a:t>
            </a:r>
            <a:endParaRPr sz="7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5737250" y="4889025"/>
            <a:ext cx="2507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November 2024</a:t>
            </a:r>
            <a:endParaRPr sz="7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anrope SemiBold"/>
              <a:buNone/>
              <a:defRPr sz="2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1 1">
  <p:cSld name="CAPTION_ONLY_1_1_1">
    <p:bg>
      <p:bgPr>
        <a:solidFill>
          <a:srgbClr val="410088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1063125" y="1374975"/>
            <a:ext cx="7017900" cy="23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5ED"/>
              </a:buClr>
              <a:buSzPts val="2400"/>
              <a:buFont typeface="Manrope"/>
              <a:buNone/>
              <a:defRPr sz="2400">
                <a:solidFill>
                  <a:srgbClr val="F7F5ED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21433" l="6359" r="5066" t="20903"/>
          <a:stretch/>
        </p:blipFill>
        <p:spPr>
          <a:xfrm>
            <a:off x="325525" y="4868050"/>
            <a:ext cx="874598" cy="1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2025 Brand Guidelines </a:t>
            </a:r>
            <a:endParaRPr sz="7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1 1 1">
  <p:cSld name="CAPTION_ONLY_1_1_1_1">
    <p:bg>
      <p:bgPr>
        <a:solidFill>
          <a:srgbClr val="905C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F7F5ED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1" name="Google Shape;121;p21"/>
          <p:cNvSpPr txBox="1"/>
          <p:nvPr>
            <p:ph type="title"/>
          </p:nvPr>
        </p:nvSpPr>
        <p:spPr>
          <a:xfrm>
            <a:off x="1063125" y="1374975"/>
            <a:ext cx="7017900" cy="23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5ED"/>
              </a:buClr>
              <a:buSzPts val="2400"/>
              <a:buFont typeface="Manrope"/>
              <a:buNone/>
              <a:defRPr sz="2400">
                <a:solidFill>
                  <a:srgbClr val="F7F5ED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2">
            <a:alphaModFix/>
          </a:blip>
          <a:srcRect b="21433" l="6359" r="5066" t="20903"/>
          <a:stretch/>
        </p:blipFill>
        <p:spPr>
          <a:xfrm>
            <a:off x="325525" y="4868050"/>
            <a:ext cx="874598" cy="1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2025 Brand Guidelines </a:t>
            </a:r>
            <a:endParaRPr sz="7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1 1 1 1">
  <p:cSld name="CAPTION_ONLY_1_1_1_1_1">
    <p:bg>
      <p:bgPr>
        <a:solidFill>
          <a:srgbClr val="92D2D8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1063125" y="1374975"/>
            <a:ext cx="7017900" cy="23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400"/>
              <a:buFont typeface="Manrope"/>
              <a:buNone/>
              <a:defRPr sz="24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800"/>
              <a:buNone/>
              <a:defRPr>
                <a:solidFill>
                  <a:srgbClr val="41008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800"/>
              <a:buNone/>
              <a:defRPr>
                <a:solidFill>
                  <a:srgbClr val="41008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800"/>
              <a:buNone/>
              <a:defRPr>
                <a:solidFill>
                  <a:srgbClr val="41008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800"/>
              <a:buNone/>
              <a:defRPr>
                <a:solidFill>
                  <a:srgbClr val="41008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800"/>
              <a:buNone/>
              <a:defRPr>
                <a:solidFill>
                  <a:srgbClr val="41008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800"/>
              <a:buNone/>
              <a:defRPr>
                <a:solidFill>
                  <a:srgbClr val="41008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800"/>
              <a:buNone/>
              <a:defRPr>
                <a:solidFill>
                  <a:srgbClr val="41008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0088"/>
              </a:buClr>
              <a:buSzPts val="2800"/>
              <a:buNone/>
              <a:defRPr>
                <a:solidFill>
                  <a:srgbClr val="410088"/>
                </a:solidFill>
              </a:defRPr>
            </a:lvl9pPr>
          </a:lstStyle>
          <a:p/>
        </p:txBody>
      </p:sp>
      <p:sp>
        <p:nvSpPr>
          <p:cNvPr id="127" name="Google Shape;127;p22"/>
          <p:cNvSpPr txBox="1"/>
          <p:nvPr/>
        </p:nvSpPr>
        <p:spPr>
          <a:xfrm>
            <a:off x="1302025" y="4889025"/>
            <a:ext cx="2802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410088"/>
                </a:solidFill>
                <a:latin typeface="Albert Sans"/>
                <a:ea typeface="Albert Sans"/>
                <a:cs typeface="Albert Sans"/>
                <a:sym typeface="Albert Sans"/>
              </a:rPr>
              <a:t>2025 Brand Guidelines </a:t>
            </a:r>
            <a:endParaRPr sz="700">
              <a:solidFill>
                <a:srgbClr val="41008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762" y="4799563"/>
            <a:ext cx="990675" cy="3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>
  <p:cSld name="3_PPTMON slide_5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944869" y="-152399"/>
            <a:ext cx="8873900" cy="63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>
            <p:ph type="title"/>
          </p:nvPr>
        </p:nvSpPr>
        <p:spPr>
          <a:xfrm>
            <a:off x="1585050" y="1797500"/>
            <a:ext cx="59739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1585050" y="2896250"/>
            <a:ext cx="5949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">
  <p:cSld name="2_PPTMON slide_2_2">
    <p:bg>
      <p:bgPr>
        <a:solidFill>
          <a:srgbClr val="F9F6F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20435" y="-1043384"/>
            <a:ext cx="6246176" cy="585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615600" y="1869300"/>
            <a:ext cx="54123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●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048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○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048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■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0480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●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04800" lvl="4" marL="2286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○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04800" lvl="5" marL="2743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■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04800" lvl="6" marL="3200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●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04800" lvl="7" marL="3657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Light"/>
              <a:buChar char="○"/>
              <a:defRPr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04800" lvl="8" marL="4114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42" name="Google Shape;142;p26"/>
          <p:cNvSpPr txBox="1"/>
          <p:nvPr>
            <p:ph type="title"/>
          </p:nvPr>
        </p:nvSpPr>
        <p:spPr>
          <a:xfrm>
            <a:off x="615600" y="459200"/>
            <a:ext cx="7278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2500">
                <a:solidFill>
                  <a:schemeClr val="accent6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2" type="subTitle"/>
          </p:nvPr>
        </p:nvSpPr>
        <p:spPr>
          <a:xfrm>
            <a:off x="615600" y="944001"/>
            <a:ext cx="7278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fin">
  <p:cSld name="3_PPTMON slide_3_1">
    <p:bg>
      <p:bgPr>
        <a:solidFill>
          <a:srgbClr val="08005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47962" y="200765"/>
            <a:ext cx="5767954" cy="415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5065" y="222745"/>
            <a:ext cx="3473875" cy="245619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 txBox="1"/>
          <p:nvPr>
            <p:ph type="title"/>
          </p:nvPr>
        </p:nvSpPr>
        <p:spPr>
          <a:xfrm>
            <a:off x="2562000" y="1951800"/>
            <a:ext cx="402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 Light"/>
              <a:buNone/>
              <a:defRPr sz="15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27"/>
          <p:cNvSpPr txBox="1"/>
          <p:nvPr>
            <p:ph idx="1" type="subTitle"/>
          </p:nvPr>
        </p:nvSpPr>
        <p:spPr>
          <a:xfrm>
            <a:off x="2155338" y="2852650"/>
            <a:ext cx="48333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None/>
              <a:defRPr b="1" sz="14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b="1" sz="1700">
                <a:solidFill>
                  <a:schemeClr val="accent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b="1" sz="1700">
                <a:solidFill>
                  <a:schemeClr val="accent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b="1" sz="1700">
                <a:solidFill>
                  <a:schemeClr val="accent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b="1" sz="1700">
                <a:solidFill>
                  <a:schemeClr val="accent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b="1" sz="1700">
                <a:solidFill>
                  <a:schemeClr val="accent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b="1" sz="1700">
                <a:solidFill>
                  <a:schemeClr val="accent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b="1" sz="1700">
                <a:solidFill>
                  <a:schemeClr val="accent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b="1" sz="17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9" name="Google Shape;149;p27"/>
          <p:cNvSpPr txBox="1"/>
          <p:nvPr>
            <p:ph idx="2" type="subTitle"/>
          </p:nvPr>
        </p:nvSpPr>
        <p:spPr>
          <a:xfrm>
            <a:off x="2349450" y="3036275"/>
            <a:ext cx="44451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  <a:defRPr i="1" sz="1300">
                <a:solidFill>
                  <a:schemeClr val="accent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drive/folders/1VD_Qkn2svoFWX39oAjpBrqQOqkB3qE02?usp=drive_link" TargetMode="External"/><Relationship Id="rId4" Type="http://schemas.openxmlformats.org/officeDocument/2006/relationships/image" Target="../media/image4.jp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fonts.google.com/specimen/Manrope?query=manrop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onts.google.com/specimen/Merriweather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drive/folders/14WfnruKNfzhWXM83Ct1rc-PpQLBhHQ4q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open?id=11utLCXRHUSQSN94Buk6rz5mJ-Td7rNaG&amp;usp=drive_f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7ScMjlAwSfDxbBj9d14-fPzP_GRgoml0H25gjaJiuRc/edit?tab=t.0" TargetMode="External"/><Relationship Id="rId4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hyperlink" Target="https://www.canva.com/design/DAGYUCQ8Rz0/ZfGUUKMEOi07VmAVb6WN0w/edit?utm_content=DAGYUCQ8Rz0&amp;utm_campaign=designshare&amp;utm_medium=link2&amp;utm_source=sharebutto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canva.com/design/DAGYUCQ8Rz0/ZfGUUKMEOi07VmAVb6WN0w/edit?utm_content=DAGYUCQ8Rz0&amp;utm_campaign=designshare&amp;utm_medium=link2&amp;utm_source=sharebutton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document/d/17ScMjlAwSfDxbBj9d14-fPzP_GRgoml0H25gjaJiuRc/edit?tab=t.0" TargetMode="External"/><Relationship Id="rId4" Type="http://schemas.openxmlformats.org/officeDocument/2006/relationships/hyperlink" Target="https://www.canva.com/design/DAGYUCQ8Rz0/ZfGUUKMEOi07VmAVb6WN0w/edit?utm_content=DAGYUCQ8Rz0&amp;utm_campaign=designshare&amp;utm_medium=link2&amp;utm_source=sharebutton" TargetMode="External"/><Relationship Id="rId9" Type="http://schemas.openxmlformats.org/officeDocument/2006/relationships/hyperlink" Target="https://drive.google.com/open?id=15HVB29RHs11L9dtHAmvFQrpTgWp_nay3&amp;usp=drive_fs" TargetMode="External"/><Relationship Id="rId5" Type="http://schemas.openxmlformats.org/officeDocument/2006/relationships/hyperlink" Target="https://www.canva.com/design/DAGXqNv5EIU/VcCmvjS61jpGjhcI_gcMmA/edit" TargetMode="External"/><Relationship Id="rId6" Type="http://schemas.openxmlformats.org/officeDocument/2006/relationships/hyperlink" Target="https://drive.google.com/open?id=14WfnruKNfzhWXM83Ct1rc-PpQLBhHQ4q&amp;usp=drive_fs" TargetMode="External"/><Relationship Id="rId7" Type="http://schemas.openxmlformats.org/officeDocument/2006/relationships/hyperlink" Target="https://www.canva.com/design/DAGYUqak7ZE/PU-_JRzxV4N9NrF88KKJaw/edit?utm_content=DAGYUqak7ZE&amp;utm_campaign=designshare&amp;utm_medium=link2&amp;utm_source=sharebutton" TargetMode="External"/><Relationship Id="rId8" Type="http://schemas.openxmlformats.org/officeDocument/2006/relationships/hyperlink" Target="https://docs.google.com/presentation/d/1u8yeWdM4FhBnKRkTEnWBrQaOvA8T2terkdXzzz8Mn_A/edit?usp=sharing" TargetMode="External"/><Relationship Id="rId11" Type="http://schemas.openxmlformats.org/officeDocument/2006/relationships/hyperlink" Target="https://drive.google.com/open?id=1VPLbEQ-cwKXMHOgbTbBnydFtqMs2tmwG&amp;usp=drive_fs" TargetMode="External"/><Relationship Id="rId10" Type="http://schemas.openxmlformats.org/officeDocument/2006/relationships/hyperlink" Target="https://drive.google.com/open?id=11utLCXRHUSQSN94Buk6rz5mJ-Td7rNaG&amp;usp=drive_fs" TargetMode="External"/><Relationship Id="rId13" Type="http://schemas.openxmlformats.org/officeDocument/2006/relationships/hyperlink" Target="https://drive.google.com/open?id=19rBj1-lOKoNwL3JSoa5Rltxj8US9Zi-G&amp;usp=drive_fs" TargetMode="External"/><Relationship Id="rId12" Type="http://schemas.openxmlformats.org/officeDocument/2006/relationships/hyperlink" Target="https://drive.google.com/open?id=1VYIY0t6z0tGRoQQLhD_nAZo9Lx2aSI_Q&amp;usp=drive_fs" TargetMode="External"/><Relationship Id="rId14" Type="http://schemas.openxmlformats.org/officeDocument/2006/relationships/hyperlink" Target="https://www.canva.com/brand/brand-templat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1008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 rotWithShape="1">
          <a:blip r:embed="rId3">
            <a:alphaModFix amt="30000"/>
          </a:blip>
          <a:srcRect b="12394" l="0" r="0" t="13869"/>
          <a:stretch/>
        </p:blipFill>
        <p:spPr>
          <a:xfrm>
            <a:off x="3047125" y="0"/>
            <a:ext cx="60968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25" y="279050"/>
            <a:ext cx="2178277" cy="681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>
            <p:ph idx="4294967295" type="body"/>
          </p:nvPr>
        </p:nvSpPr>
        <p:spPr>
          <a:xfrm>
            <a:off x="475000" y="2549623"/>
            <a:ext cx="5798100" cy="18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Brand Guidelines</a:t>
            </a:r>
            <a:endParaRPr sz="6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532736" y="2318636"/>
            <a:ext cx="72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AF88FF"/>
                </a:solidFill>
                <a:latin typeface="Manrope"/>
                <a:ea typeface="Manrope"/>
                <a:cs typeface="Manrope"/>
                <a:sym typeface="Manrope"/>
              </a:rPr>
              <a:t>2025</a:t>
            </a:r>
            <a:endParaRPr sz="1500">
              <a:solidFill>
                <a:srgbClr val="AF88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1063125" y="1374975"/>
            <a:ext cx="7017900" cy="23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Logos</a:t>
            </a:r>
            <a:endParaRPr/>
          </a:p>
        </p:txBody>
      </p:sp>
      <p:sp>
        <p:nvSpPr>
          <p:cNvPr id="164" name="Google Shape;164;p29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Logos</a:t>
            </a:r>
            <a:endParaRPr/>
          </a:p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171" name="Google Shape;171;p30"/>
          <p:cNvSpPr/>
          <p:nvPr/>
        </p:nvSpPr>
        <p:spPr>
          <a:xfrm>
            <a:off x="3649425" y="3664025"/>
            <a:ext cx="1314300" cy="230400"/>
          </a:xfrm>
          <a:prstGeom prst="roundRect">
            <a:avLst>
              <a:gd fmla="val 50000" name="adj"/>
            </a:avLst>
          </a:prstGeom>
          <a:solidFill>
            <a:srgbClr val="410088"/>
          </a:solidFill>
          <a:ln>
            <a:noFill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Here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465775" y="1319238"/>
            <a:ext cx="268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10088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1.</a:t>
            </a:r>
            <a:endParaRPr sz="1800">
              <a:solidFill>
                <a:srgbClr val="410088"/>
              </a:solidFill>
              <a:latin typeface="Bricolage Grotesque SemiBold"/>
              <a:ea typeface="Bricolage Grotesque SemiBold"/>
              <a:cs typeface="Bricolage Grotesque SemiBold"/>
              <a:sym typeface="Bricolage Grotesque SemiBold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465775" y="1588813"/>
            <a:ext cx="1704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410088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horizontal logo</a:t>
            </a:r>
            <a:endParaRPr sz="1500">
              <a:solidFill>
                <a:srgbClr val="410088"/>
              </a:solidFill>
              <a:latin typeface="Bricolage Grotesque SemiBold"/>
              <a:ea typeface="Bricolage Grotesque SemiBold"/>
              <a:cs typeface="Bricolage Grotesque SemiBold"/>
              <a:sym typeface="Bricolage Grotesque SemiBold"/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3649423" y="1319250"/>
            <a:ext cx="217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10088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2.</a:t>
            </a:r>
            <a:endParaRPr sz="1800">
              <a:solidFill>
                <a:srgbClr val="410088"/>
              </a:solidFill>
              <a:latin typeface="Bricolage Grotesque SemiBold"/>
              <a:ea typeface="Bricolage Grotesque SemiBold"/>
              <a:cs typeface="Bricolage Grotesque SemiBold"/>
              <a:sym typeface="Bricolage Grotesque SemiBold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3649433" y="1777575"/>
            <a:ext cx="13839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410088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wordmark</a:t>
            </a:r>
            <a:endParaRPr sz="1500">
              <a:solidFill>
                <a:srgbClr val="410088"/>
              </a:solidFill>
              <a:latin typeface="Bricolage Grotesque SemiBold"/>
              <a:ea typeface="Bricolage Grotesque SemiBold"/>
              <a:cs typeface="Bricolage Grotesque SemiBold"/>
              <a:sym typeface="Bricolage Grotesque SemiBold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465775" y="1875613"/>
            <a:ext cx="17040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10088"/>
                </a:solidFill>
                <a:latin typeface="Poppins"/>
                <a:ea typeface="Poppins"/>
                <a:cs typeface="Poppins"/>
                <a:sym typeface="Poppins"/>
              </a:rPr>
              <a:t>to be used first, it’s the logo for the public to remember.</a:t>
            </a:r>
            <a:endParaRPr sz="800">
              <a:solidFill>
                <a:srgbClr val="4100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3649439" y="2064375"/>
            <a:ext cx="13839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10088"/>
                </a:solidFill>
                <a:latin typeface="Poppins"/>
                <a:ea typeface="Poppins"/>
                <a:cs typeface="Poppins"/>
                <a:sym typeface="Poppins"/>
              </a:rPr>
              <a:t>to be used for favicon. </a:t>
            </a:r>
            <a:endParaRPr sz="800">
              <a:solidFill>
                <a:srgbClr val="4100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8" name="Google Shape;178;p30"/>
          <p:cNvGrpSpPr/>
          <p:nvPr/>
        </p:nvGrpSpPr>
        <p:grpSpPr>
          <a:xfrm>
            <a:off x="465787" y="2485199"/>
            <a:ext cx="2847675" cy="2255199"/>
            <a:chOff x="487463" y="2247950"/>
            <a:chExt cx="4252799" cy="3367979"/>
          </a:xfrm>
        </p:grpSpPr>
        <p:pic>
          <p:nvPicPr>
            <p:cNvPr id="179" name="Google Shape;17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2244" y="2256300"/>
              <a:ext cx="4161199" cy="130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30"/>
            <p:cNvPicPr preferRelativeResize="0"/>
            <p:nvPr/>
          </p:nvPicPr>
          <p:blipFill rotWithShape="1">
            <a:blip r:embed="rId4">
              <a:alphaModFix amt="20000"/>
            </a:blip>
            <a:srcRect b="33713" l="67732" r="23406" t="33940"/>
            <a:stretch/>
          </p:blipFill>
          <p:spPr>
            <a:xfrm>
              <a:off x="908675" y="2247950"/>
              <a:ext cx="368726" cy="421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30"/>
            <p:cNvSpPr/>
            <p:nvPr/>
          </p:nvSpPr>
          <p:spPr>
            <a:xfrm>
              <a:off x="907650" y="2667500"/>
              <a:ext cx="3410400" cy="453300"/>
            </a:xfrm>
            <a:prstGeom prst="rect">
              <a:avLst/>
            </a:prstGeom>
            <a:noFill/>
            <a:ln cap="flat" cmpd="sng" w="6375">
              <a:solidFill>
                <a:srgbClr val="905C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61225" lIns="61225" spcFirstLastPara="1" rIns="61225" wrap="square" tIns="61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7"/>
            </a:p>
          </p:txBody>
        </p:sp>
        <p:pic>
          <p:nvPicPr>
            <p:cNvPr id="182" name="Google Shape;182;p30"/>
            <p:cNvPicPr preferRelativeResize="0"/>
            <p:nvPr/>
          </p:nvPicPr>
          <p:blipFill rotWithShape="1">
            <a:blip r:embed="rId4">
              <a:alphaModFix amt="20000"/>
            </a:blip>
            <a:srcRect b="33713" l="67732" r="23406" t="33940"/>
            <a:stretch/>
          </p:blipFill>
          <p:spPr>
            <a:xfrm rot="-5400000">
              <a:off x="513700" y="2683550"/>
              <a:ext cx="368726" cy="421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30"/>
            <p:cNvPicPr preferRelativeResize="0"/>
            <p:nvPr/>
          </p:nvPicPr>
          <p:blipFill rotWithShape="1">
            <a:blip r:embed="rId4">
              <a:alphaModFix amt="20000"/>
            </a:blip>
            <a:srcRect b="33713" l="67732" r="23406" t="33940"/>
            <a:stretch/>
          </p:blipFill>
          <p:spPr>
            <a:xfrm rot="5400000">
              <a:off x="4345300" y="2683550"/>
              <a:ext cx="368726" cy="421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30"/>
            <p:cNvPicPr preferRelativeResize="0"/>
            <p:nvPr/>
          </p:nvPicPr>
          <p:blipFill rotWithShape="1">
            <a:blip r:embed="rId4">
              <a:alphaModFix amt="20000"/>
            </a:blip>
            <a:srcRect b="33713" l="67732" r="23406" t="33940"/>
            <a:stretch/>
          </p:blipFill>
          <p:spPr>
            <a:xfrm rot="10800000">
              <a:off x="3950350" y="3120800"/>
              <a:ext cx="368726" cy="42119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5" name="Google Shape;185;p30"/>
            <p:cNvCxnSpPr/>
            <p:nvPr/>
          </p:nvCxnSpPr>
          <p:spPr>
            <a:xfrm>
              <a:off x="493735" y="5615929"/>
              <a:ext cx="0" cy="0"/>
            </a:xfrm>
            <a:prstGeom prst="straightConnector1">
              <a:avLst/>
            </a:prstGeom>
            <a:noFill/>
            <a:ln cap="flat" cmpd="sng" w="63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86" name="Google Shape;186;p30"/>
          <p:cNvCxnSpPr/>
          <p:nvPr/>
        </p:nvCxnSpPr>
        <p:spPr>
          <a:xfrm rot="10800000">
            <a:off x="452088" y="3588575"/>
            <a:ext cx="0" cy="261300"/>
          </a:xfrm>
          <a:prstGeom prst="straightConnector1">
            <a:avLst/>
          </a:prstGeom>
          <a:noFill/>
          <a:ln cap="flat" cmpd="sng" w="9525">
            <a:solidFill>
              <a:srgbClr val="410088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7" name="Google Shape;187;p30"/>
          <p:cNvSpPr txBox="1"/>
          <p:nvPr>
            <p:ph idx="1" type="subTitle"/>
          </p:nvPr>
        </p:nvSpPr>
        <p:spPr>
          <a:xfrm>
            <a:off x="636363" y="3588575"/>
            <a:ext cx="1547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fr" sz="1100"/>
              <a:t>Minimum height : 5mm</a:t>
            </a:r>
            <a:endParaRPr sz="1100"/>
          </a:p>
        </p:txBody>
      </p:sp>
      <p:pic>
        <p:nvPicPr>
          <p:cNvPr id="188" name="Google Shape;188;p30"/>
          <p:cNvPicPr preferRelativeResize="0"/>
          <p:nvPr/>
        </p:nvPicPr>
        <p:blipFill rotWithShape="1">
          <a:blip r:embed="rId5">
            <a:alphaModFix/>
          </a:blip>
          <a:srcRect b="0" l="6301" r="6301" t="0"/>
          <a:stretch/>
        </p:blipFill>
        <p:spPr>
          <a:xfrm>
            <a:off x="3649450" y="2528625"/>
            <a:ext cx="726526" cy="83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/>
          <p:nvPr/>
        </p:nvSpPr>
        <p:spPr>
          <a:xfrm>
            <a:off x="5138925" y="0"/>
            <a:ext cx="4005000" cy="5143500"/>
          </a:xfrm>
          <a:prstGeom prst="rect">
            <a:avLst/>
          </a:prstGeom>
          <a:solidFill>
            <a:srgbClr val="41008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 rotWithShape="1">
          <a:blip r:embed="rId6">
            <a:alphaModFix amt="30000"/>
          </a:blip>
          <a:srcRect b="4966" l="23310" r="3316" t="12667"/>
          <a:stretch/>
        </p:blipFill>
        <p:spPr>
          <a:xfrm>
            <a:off x="5138900" y="0"/>
            <a:ext cx="40050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Logo</a:t>
            </a:r>
            <a:endParaRPr/>
          </a:p>
        </p:txBody>
      </p:sp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197" name="Google Shape;197;p31"/>
          <p:cNvSpPr/>
          <p:nvPr/>
        </p:nvSpPr>
        <p:spPr>
          <a:xfrm>
            <a:off x="3472025" y="1358575"/>
            <a:ext cx="2055300" cy="7632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5997" y="1463634"/>
            <a:ext cx="1767312" cy="55305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/>
          <p:nvPr/>
        </p:nvSpPr>
        <p:spPr>
          <a:xfrm>
            <a:off x="3472025" y="2121746"/>
            <a:ext cx="2055300" cy="763200"/>
          </a:xfrm>
          <a:prstGeom prst="rect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5997" y="2226805"/>
            <a:ext cx="1767312" cy="55305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/>
          <p:nvPr/>
        </p:nvSpPr>
        <p:spPr>
          <a:xfrm>
            <a:off x="3472025" y="2884918"/>
            <a:ext cx="2055300" cy="763200"/>
          </a:xfrm>
          <a:prstGeom prst="rect">
            <a:avLst/>
          </a:prstGeom>
          <a:solidFill>
            <a:srgbClr val="92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5997" y="2989977"/>
            <a:ext cx="1767312" cy="55305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/>
          <p:nvPr/>
        </p:nvSpPr>
        <p:spPr>
          <a:xfrm>
            <a:off x="3472025" y="3648089"/>
            <a:ext cx="2055300" cy="763200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5997" y="3753148"/>
            <a:ext cx="1767312" cy="55305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/>
          <p:nvPr/>
        </p:nvSpPr>
        <p:spPr>
          <a:xfrm>
            <a:off x="5915536" y="1358575"/>
            <a:ext cx="2055300" cy="763200"/>
          </a:xfrm>
          <a:prstGeom prst="rect">
            <a:avLst/>
          </a:prstGeom>
          <a:solidFill>
            <a:srgbClr val="92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9508" y="1463634"/>
            <a:ext cx="1767312" cy="55305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/>
          <p:nvPr/>
        </p:nvSpPr>
        <p:spPr>
          <a:xfrm>
            <a:off x="5915536" y="2226805"/>
            <a:ext cx="2055300" cy="763200"/>
          </a:xfrm>
          <a:prstGeom prst="rect">
            <a:avLst/>
          </a:prstGeom>
          <a:solidFill>
            <a:srgbClr val="92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9508" y="2331865"/>
            <a:ext cx="1767312" cy="55305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/>
          <p:nvPr/>
        </p:nvSpPr>
        <p:spPr>
          <a:xfrm>
            <a:off x="5915536" y="3095036"/>
            <a:ext cx="2055300" cy="763200"/>
          </a:xfrm>
          <a:prstGeom prst="rect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9508" y="3200095"/>
            <a:ext cx="1767312" cy="5530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31"/>
          <p:cNvGrpSpPr/>
          <p:nvPr/>
        </p:nvGrpSpPr>
        <p:grpSpPr>
          <a:xfrm>
            <a:off x="7866668" y="1463647"/>
            <a:ext cx="190995" cy="190995"/>
            <a:chOff x="5432298" y="1038512"/>
            <a:chExt cx="210000" cy="210000"/>
          </a:xfrm>
        </p:grpSpPr>
        <p:sp>
          <p:nvSpPr>
            <p:cNvPr id="212" name="Google Shape;212;p31"/>
            <p:cNvSpPr/>
            <p:nvPr/>
          </p:nvSpPr>
          <p:spPr>
            <a:xfrm>
              <a:off x="5432298" y="1038512"/>
              <a:ext cx="210000" cy="2100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1"/>
            <p:cNvSpPr/>
            <p:nvPr/>
          </p:nvSpPr>
          <p:spPr>
            <a:xfrm>
              <a:off x="5460550" y="1058950"/>
              <a:ext cx="153600" cy="169200"/>
            </a:xfrm>
            <a:prstGeom prst="mathMultiply">
              <a:avLst>
                <a:gd fmla="val 15088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</p:grpSp>
      <p:cxnSp>
        <p:nvCxnSpPr>
          <p:cNvPr id="214" name="Google Shape;214;p31"/>
          <p:cNvCxnSpPr/>
          <p:nvPr/>
        </p:nvCxnSpPr>
        <p:spPr>
          <a:xfrm flipH="1" rot="10800000">
            <a:off x="5922160" y="1366586"/>
            <a:ext cx="2048700" cy="763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1"/>
          <p:cNvCxnSpPr/>
          <p:nvPr/>
        </p:nvCxnSpPr>
        <p:spPr>
          <a:xfrm flipH="1" rot="10800000">
            <a:off x="5922160" y="2226777"/>
            <a:ext cx="2048700" cy="763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31"/>
          <p:cNvCxnSpPr/>
          <p:nvPr/>
        </p:nvCxnSpPr>
        <p:spPr>
          <a:xfrm flipH="1" rot="10800000">
            <a:off x="5922160" y="3086968"/>
            <a:ext cx="2048700" cy="763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7" name="Google Shape;217;p31"/>
          <p:cNvGrpSpPr/>
          <p:nvPr/>
        </p:nvGrpSpPr>
        <p:grpSpPr>
          <a:xfrm>
            <a:off x="7866668" y="2331877"/>
            <a:ext cx="190995" cy="190995"/>
            <a:chOff x="5432298" y="1038512"/>
            <a:chExt cx="210000" cy="210000"/>
          </a:xfrm>
        </p:grpSpPr>
        <p:sp>
          <p:nvSpPr>
            <p:cNvPr id="218" name="Google Shape;218;p31"/>
            <p:cNvSpPr/>
            <p:nvPr/>
          </p:nvSpPr>
          <p:spPr>
            <a:xfrm>
              <a:off x="5432298" y="1038512"/>
              <a:ext cx="210000" cy="2100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1"/>
            <p:cNvSpPr/>
            <p:nvPr/>
          </p:nvSpPr>
          <p:spPr>
            <a:xfrm>
              <a:off x="5460550" y="1058950"/>
              <a:ext cx="153600" cy="169200"/>
            </a:xfrm>
            <a:prstGeom prst="mathMultiply">
              <a:avLst>
                <a:gd fmla="val 15088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</p:grpSp>
      <p:grpSp>
        <p:nvGrpSpPr>
          <p:cNvPr id="220" name="Google Shape;220;p31"/>
          <p:cNvGrpSpPr/>
          <p:nvPr/>
        </p:nvGrpSpPr>
        <p:grpSpPr>
          <a:xfrm>
            <a:off x="7866668" y="3200108"/>
            <a:ext cx="190995" cy="190995"/>
            <a:chOff x="5432298" y="1038512"/>
            <a:chExt cx="210000" cy="210000"/>
          </a:xfrm>
        </p:grpSpPr>
        <p:sp>
          <p:nvSpPr>
            <p:cNvPr id="221" name="Google Shape;221;p31"/>
            <p:cNvSpPr/>
            <p:nvPr/>
          </p:nvSpPr>
          <p:spPr>
            <a:xfrm>
              <a:off x="5432298" y="1038512"/>
              <a:ext cx="210000" cy="2100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1"/>
            <p:cNvSpPr/>
            <p:nvPr/>
          </p:nvSpPr>
          <p:spPr>
            <a:xfrm>
              <a:off x="5460550" y="1058950"/>
              <a:ext cx="153600" cy="169200"/>
            </a:xfrm>
            <a:prstGeom prst="mathMultiply">
              <a:avLst>
                <a:gd fmla="val 15088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</p:grpSp>
      <p:grpSp>
        <p:nvGrpSpPr>
          <p:cNvPr id="223" name="Google Shape;223;p31"/>
          <p:cNvGrpSpPr/>
          <p:nvPr/>
        </p:nvGrpSpPr>
        <p:grpSpPr>
          <a:xfrm>
            <a:off x="5429760" y="1463597"/>
            <a:ext cx="191056" cy="191056"/>
            <a:chOff x="5945450" y="1044675"/>
            <a:chExt cx="421200" cy="421200"/>
          </a:xfrm>
        </p:grpSpPr>
        <p:sp>
          <p:nvSpPr>
            <p:cNvPr id="224" name="Google Shape;224;p31"/>
            <p:cNvSpPr/>
            <p:nvPr/>
          </p:nvSpPr>
          <p:spPr>
            <a:xfrm>
              <a:off x="5945450" y="1044675"/>
              <a:ext cx="421200" cy="421200"/>
            </a:xfrm>
            <a:prstGeom prst="ellipse">
              <a:avLst/>
            </a:prstGeom>
            <a:solidFill>
              <a:srgbClr val="78C8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5" name="Google Shape;225;p31"/>
            <p:cNvGrpSpPr/>
            <p:nvPr/>
          </p:nvGrpSpPr>
          <p:grpSpPr>
            <a:xfrm>
              <a:off x="6028473" y="1166174"/>
              <a:ext cx="253183" cy="190500"/>
              <a:chOff x="5469201" y="1986504"/>
              <a:chExt cx="253183" cy="190500"/>
            </a:xfrm>
          </p:grpSpPr>
          <p:sp>
            <p:nvSpPr>
              <p:cNvPr id="226" name="Google Shape;226;p31"/>
              <p:cNvSpPr/>
              <p:nvPr/>
            </p:nvSpPr>
            <p:spPr>
              <a:xfrm rot="-2455885">
                <a:off x="5510237" y="2034599"/>
                <a:ext cx="50828" cy="14350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31"/>
              <p:cNvSpPr/>
              <p:nvPr/>
            </p:nvSpPr>
            <p:spPr>
              <a:xfrm rot="2700000">
                <a:off x="5604011" y="1970172"/>
                <a:ext cx="46245" cy="22316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8" name="Google Shape;228;p31"/>
          <p:cNvGrpSpPr/>
          <p:nvPr/>
        </p:nvGrpSpPr>
        <p:grpSpPr>
          <a:xfrm>
            <a:off x="5429760" y="2226790"/>
            <a:ext cx="191056" cy="191056"/>
            <a:chOff x="5945450" y="1044675"/>
            <a:chExt cx="421200" cy="421200"/>
          </a:xfrm>
        </p:grpSpPr>
        <p:sp>
          <p:nvSpPr>
            <p:cNvPr id="229" name="Google Shape;229;p31"/>
            <p:cNvSpPr/>
            <p:nvPr/>
          </p:nvSpPr>
          <p:spPr>
            <a:xfrm>
              <a:off x="5945450" y="1044675"/>
              <a:ext cx="421200" cy="421200"/>
            </a:xfrm>
            <a:prstGeom prst="ellipse">
              <a:avLst/>
            </a:prstGeom>
            <a:solidFill>
              <a:srgbClr val="78C8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0" name="Google Shape;230;p31"/>
            <p:cNvGrpSpPr/>
            <p:nvPr/>
          </p:nvGrpSpPr>
          <p:grpSpPr>
            <a:xfrm>
              <a:off x="6028473" y="1166174"/>
              <a:ext cx="253183" cy="190500"/>
              <a:chOff x="5469201" y="1986504"/>
              <a:chExt cx="253183" cy="190500"/>
            </a:xfrm>
          </p:grpSpPr>
          <p:sp>
            <p:nvSpPr>
              <p:cNvPr id="231" name="Google Shape;231;p31"/>
              <p:cNvSpPr/>
              <p:nvPr/>
            </p:nvSpPr>
            <p:spPr>
              <a:xfrm rot="-2455885">
                <a:off x="5510237" y="2034599"/>
                <a:ext cx="50828" cy="14350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31"/>
              <p:cNvSpPr/>
              <p:nvPr/>
            </p:nvSpPr>
            <p:spPr>
              <a:xfrm rot="2700000">
                <a:off x="5604011" y="1970172"/>
                <a:ext cx="46245" cy="22316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3" name="Google Shape;233;p31"/>
          <p:cNvGrpSpPr/>
          <p:nvPr/>
        </p:nvGrpSpPr>
        <p:grpSpPr>
          <a:xfrm>
            <a:off x="5429760" y="2989983"/>
            <a:ext cx="191056" cy="191056"/>
            <a:chOff x="5945450" y="1044675"/>
            <a:chExt cx="421200" cy="421200"/>
          </a:xfrm>
        </p:grpSpPr>
        <p:sp>
          <p:nvSpPr>
            <p:cNvPr id="234" name="Google Shape;234;p31"/>
            <p:cNvSpPr/>
            <p:nvPr/>
          </p:nvSpPr>
          <p:spPr>
            <a:xfrm>
              <a:off x="5945450" y="1044675"/>
              <a:ext cx="421200" cy="421200"/>
            </a:xfrm>
            <a:prstGeom prst="ellipse">
              <a:avLst/>
            </a:prstGeom>
            <a:solidFill>
              <a:srgbClr val="78C8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" name="Google Shape;235;p31"/>
            <p:cNvGrpSpPr/>
            <p:nvPr/>
          </p:nvGrpSpPr>
          <p:grpSpPr>
            <a:xfrm>
              <a:off x="6028473" y="1166174"/>
              <a:ext cx="253183" cy="190500"/>
              <a:chOff x="5469201" y="1986504"/>
              <a:chExt cx="253183" cy="190500"/>
            </a:xfrm>
          </p:grpSpPr>
          <p:sp>
            <p:nvSpPr>
              <p:cNvPr id="236" name="Google Shape;236;p31"/>
              <p:cNvSpPr/>
              <p:nvPr/>
            </p:nvSpPr>
            <p:spPr>
              <a:xfrm rot="-2455885">
                <a:off x="5510237" y="2034599"/>
                <a:ext cx="50828" cy="14350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31"/>
              <p:cNvSpPr/>
              <p:nvPr/>
            </p:nvSpPr>
            <p:spPr>
              <a:xfrm rot="2700000">
                <a:off x="5604011" y="1970172"/>
                <a:ext cx="46245" cy="22316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8" name="Google Shape;238;p31"/>
          <p:cNvGrpSpPr/>
          <p:nvPr/>
        </p:nvGrpSpPr>
        <p:grpSpPr>
          <a:xfrm>
            <a:off x="5429760" y="3786620"/>
            <a:ext cx="191056" cy="191056"/>
            <a:chOff x="5945450" y="1044675"/>
            <a:chExt cx="421200" cy="421200"/>
          </a:xfrm>
        </p:grpSpPr>
        <p:sp>
          <p:nvSpPr>
            <p:cNvPr id="239" name="Google Shape;239;p31"/>
            <p:cNvSpPr/>
            <p:nvPr/>
          </p:nvSpPr>
          <p:spPr>
            <a:xfrm>
              <a:off x="5945450" y="1044675"/>
              <a:ext cx="421200" cy="421200"/>
            </a:xfrm>
            <a:prstGeom prst="ellipse">
              <a:avLst/>
            </a:prstGeom>
            <a:solidFill>
              <a:srgbClr val="78C8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0" name="Google Shape;240;p31"/>
            <p:cNvGrpSpPr/>
            <p:nvPr/>
          </p:nvGrpSpPr>
          <p:grpSpPr>
            <a:xfrm>
              <a:off x="6028473" y="1166174"/>
              <a:ext cx="253183" cy="190500"/>
              <a:chOff x="5469201" y="1986504"/>
              <a:chExt cx="253183" cy="190500"/>
            </a:xfrm>
          </p:grpSpPr>
          <p:sp>
            <p:nvSpPr>
              <p:cNvPr id="241" name="Google Shape;241;p31"/>
              <p:cNvSpPr/>
              <p:nvPr/>
            </p:nvSpPr>
            <p:spPr>
              <a:xfrm rot="-2455885">
                <a:off x="5510237" y="2034599"/>
                <a:ext cx="50828" cy="143507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31"/>
              <p:cNvSpPr/>
              <p:nvPr/>
            </p:nvSpPr>
            <p:spPr>
              <a:xfrm rot="2700000">
                <a:off x="5604011" y="1970172"/>
                <a:ext cx="46245" cy="22316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3" name="Google Shape;243;p31"/>
          <p:cNvSpPr txBox="1"/>
          <p:nvPr>
            <p:ph idx="1" type="subTitle"/>
          </p:nvPr>
        </p:nvSpPr>
        <p:spPr>
          <a:xfrm>
            <a:off x="387150" y="1358575"/>
            <a:ext cx="2094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Many variations of the logo are possible. Be careful to keep the maximum visibility of the entire logotype.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1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Color Variations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1063125" y="1374975"/>
            <a:ext cx="7017900" cy="23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Colors</a:t>
            </a:r>
            <a:endParaRPr/>
          </a:p>
        </p:txBody>
      </p:sp>
      <p:sp>
        <p:nvSpPr>
          <p:cNvPr id="250" name="Google Shape;250;p32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Colors</a:t>
            </a:r>
            <a:endParaRPr/>
          </a:p>
        </p:txBody>
      </p:sp>
      <p:sp>
        <p:nvSpPr>
          <p:cNvPr id="256" name="Google Shape;256;p33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402500" y="912225"/>
            <a:ext cx="1389900" cy="3665700"/>
          </a:xfrm>
          <a:prstGeom prst="rect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1792342" y="912240"/>
            <a:ext cx="1389900" cy="3665700"/>
          </a:xfrm>
          <a:prstGeom prst="rect">
            <a:avLst/>
          </a:prstGeom>
          <a:solidFill>
            <a:srgbClr val="905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3182170" y="912301"/>
            <a:ext cx="1389900" cy="3665700"/>
          </a:xfrm>
          <a:prstGeom prst="rect">
            <a:avLst/>
          </a:prstGeom>
          <a:solidFill>
            <a:srgbClr val="AF8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 txBox="1"/>
          <p:nvPr>
            <p:ph idx="1" type="subTitle"/>
          </p:nvPr>
        </p:nvSpPr>
        <p:spPr>
          <a:xfrm>
            <a:off x="664600" y="1127375"/>
            <a:ext cx="8658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</a:rPr>
              <a:t>Purple</a:t>
            </a:r>
            <a:endParaRPr i="0" sz="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4571940" y="912225"/>
            <a:ext cx="1389900" cy="3665700"/>
          </a:xfrm>
          <a:prstGeom prst="rect">
            <a:avLst/>
          </a:prstGeom>
          <a:solidFill>
            <a:srgbClr val="92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5961783" y="912240"/>
            <a:ext cx="1389900" cy="36657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7351611" y="912301"/>
            <a:ext cx="1389900" cy="3665700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"/>
          <p:cNvSpPr txBox="1"/>
          <p:nvPr>
            <p:ph idx="1" type="subTitle"/>
          </p:nvPr>
        </p:nvSpPr>
        <p:spPr>
          <a:xfrm>
            <a:off x="2054388" y="1127375"/>
            <a:ext cx="8658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</a:rPr>
              <a:t>Light Purple</a:t>
            </a:r>
            <a:endParaRPr i="0" sz="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5" name="Google Shape;265;p33"/>
          <p:cNvSpPr txBox="1"/>
          <p:nvPr>
            <p:ph idx="1" type="subTitle"/>
          </p:nvPr>
        </p:nvSpPr>
        <p:spPr>
          <a:xfrm>
            <a:off x="3444200" y="1127375"/>
            <a:ext cx="8658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</a:rPr>
              <a:t>Lila</a:t>
            </a:r>
            <a:endParaRPr i="0" sz="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4834025" y="1127375"/>
            <a:ext cx="8658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/>
              <a:t>Blue</a:t>
            </a:r>
            <a:endParaRPr i="0" sz="8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7" name="Google Shape;267;p33"/>
          <p:cNvSpPr txBox="1"/>
          <p:nvPr>
            <p:ph idx="1" type="subTitle"/>
          </p:nvPr>
        </p:nvSpPr>
        <p:spPr>
          <a:xfrm>
            <a:off x="6223825" y="1127375"/>
            <a:ext cx="8658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/>
              <a:t>Beige</a:t>
            </a:r>
            <a:endParaRPr i="0" sz="8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8" name="Google Shape;268;p33"/>
          <p:cNvSpPr txBox="1"/>
          <p:nvPr>
            <p:ph idx="1" type="subTitle"/>
          </p:nvPr>
        </p:nvSpPr>
        <p:spPr>
          <a:xfrm>
            <a:off x="7613625" y="1127375"/>
            <a:ext cx="8658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/>
              <a:t>Orange</a:t>
            </a:r>
            <a:endParaRPr i="0" sz="8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664600" y="4109575"/>
            <a:ext cx="865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#410088</a:t>
            </a:r>
            <a:endParaRPr i="0" sz="1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0" name="Google Shape;270;p33"/>
          <p:cNvSpPr txBox="1"/>
          <p:nvPr>
            <p:ph idx="1" type="subTitle"/>
          </p:nvPr>
        </p:nvSpPr>
        <p:spPr>
          <a:xfrm>
            <a:off x="2054388" y="4109575"/>
            <a:ext cx="865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#905CFF</a:t>
            </a:r>
            <a:endParaRPr i="0" sz="1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1" name="Google Shape;271;p33"/>
          <p:cNvSpPr txBox="1"/>
          <p:nvPr>
            <p:ph idx="1" type="subTitle"/>
          </p:nvPr>
        </p:nvSpPr>
        <p:spPr>
          <a:xfrm>
            <a:off x="3444188" y="4109575"/>
            <a:ext cx="865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</a:rPr>
              <a:t>#AF88FF</a:t>
            </a:r>
            <a:endParaRPr i="0" sz="1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2" name="Google Shape;272;p33"/>
          <p:cNvSpPr txBox="1"/>
          <p:nvPr>
            <p:ph idx="1" type="subTitle"/>
          </p:nvPr>
        </p:nvSpPr>
        <p:spPr>
          <a:xfrm>
            <a:off x="4834013" y="4109575"/>
            <a:ext cx="865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#92D2D8</a:t>
            </a:r>
            <a:endParaRPr i="0" sz="10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3" name="Google Shape;273;p33"/>
          <p:cNvSpPr txBox="1"/>
          <p:nvPr>
            <p:ph idx="1" type="subTitle"/>
          </p:nvPr>
        </p:nvSpPr>
        <p:spPr>
          <a:xfrm>
            <a:off x="6223813" y="4109575"/>
            <a:ext cx="865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#F7F5ED</a:t>
            </a:r>
            <a:endParaRPr i="0" sz="10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4" name="Google Shape;274;p33"/>
          <p:cNvSpPr txBox="1"/>
          <p:nvPr>
            <p:ph idx="1" type="subTitle"/>
          </p:nvPr>
        </p:nvSpPr>
        <p:spPr>
          <a:xfrm>
            <a:off x="7613613" y="4109575"/>
            <a:ext cx="865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#FF8600</a:t>
            </a:r>
            <a:endParaRPr i="0" sz="10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1063125" y="1374975"/>
            <a:ext cx="7017900" cy="23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Typography</a:t>
            </a:r>
            <a:endParaRPr/>
          </a:p>
        </p:txBody>
      </p:sp>
      <p:sp>
        <p:nvSpPr>
          <p:cNvPr id="280" name="Google Shape;280;p34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/>
          <p:nvPr/>
        </p:nvSpPr>
        <p:spPr>
          <a:xfrm>
            <a:off x="368700" y="1312650"/>
            <a:ext cx="5018400" cy="32502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5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287" name="Google Shape;287;p35"/>
          <p:cNvSpPr txBox="1"/>
          <p:nvPr/>
        </p:nvSpPr>
        <p:spPr>
          <a:xfrm>
            <a:off x="731225" y="1312650"/>
            <a:ext cx="4492200" cy="28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rPr>
              <a:t>Whereas disregard and contempt </a:t>
            </a:r>
            <a:br>
              <a:rPr lang="fr" sz="40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fr" sz="40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rPr>
              <a:t>for human rights have resulted</a:t>
            </a:r>
            <a:endParaRPr sz="40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8" name="Google Shape;288;p35"/>
          <p:cNvSpPr txBox="1"/>
          <p:nvPr>
            <p:ph idx="1" type="subTitle"/>
          </p:nvPr>
        </p:nvSpPr>
        <p:spPr>
          <a:xfrm>
            <a:off x="5805275" y="1312650"/>
            <a:ext cx="2219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This typeface is used for paragraphs and subheadings.</a:t>
            </a:r>
            <a:endParaRPr sz="900">
              <a:solidFill>
                <a:srgbClr val="2029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905C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89" name="Google Shape;289;p35"/>
          <p:cNvSpPr/>
          <p:nvPr/>
        </p:nvSpPr>
        <p:spPr>
          <a:xfrm>
            <a:off x="4852750" y="3111750"/>
            <a:ext cx="1090800" cy="1090800"/>
          </a:xfrm>
          <a:prstGeom prst="ellipse">
            <a:avLst/>
          </a:prstGeom>
          <a:solidFill>
            <a:srgbClr val="92D2D8"/>
          </a:solidFill>
          <a:ln>
            <a:noFill/>
          </a:ln>
        </p:spPr>
        <p:txBody>
          <a:bodyPr anchorCtr="0" anchor="ctr" bIns="18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rPr>
              <a:t>Can be used in Regular, </a:t>
            </a:r>
            <a:r>
              <a:rPr lang="fr" sz="900">
                <a:solidFill>
                  <a:srgbClr val="410088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Semibold</a:t>
            </a:r>
            <a:r>
              <a:rPr lang="fr" sz="9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lang="fr" sz="900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</a:rPr>
              <a:t>Bold</a:t>
            </a:r>
            <a:endParaRPr b="1" sz="9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0" name="Google Shape;290;p35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Typography</a:t>
            </a:r>
            <a:endParaRPr/>
          </a:p>
        </p:txBody>
      </p:sp>
      <p:sp>
        <p:nvSpPr>
          <p:cNvPr id="291" name="Google Shape;291;p35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Manrope</a:t>
            </a:r>
            <a:endParaRPr/>
          </a:p>
        </p:txBody>
      </p:sp>
      <p:sp>
        <p:nvSpPr>
          <p:cNvPr id="292" name="Google Shape;292;p35"/>
          <p:cNvSpPr/>
          <p:nvPr/>
        </p:nvSpPr>
        <p:spPr>
          <a:xfrm>
            <a:off x="5805275" y="1885725"/>
            <a:ext cx="1314300" cy="230400"/>
          </a:xfrm>
          <a:prstGeom prst="roundRect">
            <a:avLst>
              <a:gd fmla="val 50000" name="adj"/>
            </a:avLst>
          </a:prstGeom>
          <a:solidFill>
            <a:srgbClr val="410088"/>
          </a:solidFill>
          <a:ln>
            <a:noFill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Here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298" name="Google Shape;298;p36"/>
          <p:cNvSpPr/>
          <p:nvPr/>
        </p:nvSpPr>
        <p:spPr>
          <a:xfrm>
            <a:off x="368700" y="1312650"/>
            <a:ext cx="5035800" cy="32502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6"/>
          <p:cNvSpPr txBox="1"/>
          <p:nvPr/>
        </p:nvSpPr>
        <p:spPr>
          <a:xfrm>
            <a:off x="731225" y="1312650"/>
            <a:ext cx="4492200" cy="28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3900">
                <a:solidFill>
                  <a:srgbClr val="410088"/>
                </a:solidFill>
                <a:latin typeface="Merriweather"/>
                <a:ea typeface="Merriweather"/>
                <a:cs typeface="Merriweather"/>
                <a:sym typeface="Merriweather"/>
              </a:rPr>
              <a:t>Whereas disregard and contempt </a:t>
            </a:r>
            <a:br>
              <a:rPr i="1" lang="fr" sz="3900">
                <a:solidFill>
                  <a:srgbClr val="410088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i="1" lang="fr" sz="3900">
                <a:solidFill>
                  <a:srgbClr val="410088"/>
                </a:solidFill>
                <a:latin typeface="Merriweather"/>
                <a:ea typeface="Merriweather"/>
                <a:cs typeface="Merriweather"/>
                <a:sym typeface="Merriweather"/>
              </a:rPr>
              <a:t>for human rights have resulted</a:t>
            </a:r>
            <a:endParaRPr i="1" sz="3900">
              <a:solidFill>
                <a:srgbClr val="410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0" name="Google Shape;300;p36"/>
          <p:cNvSpPr txBox="1"/>
          <p:nvPr>
            <p:ph idx="1" type="subTitle"/>
          </p:nvPr>
        </p:nvSpPr>
        <p:spPr>
          <a:xfrm>
            <a:off x="5834450" y="1312650"/>
            <a:ext cx="22197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This typeface is mainly used for headlines or text to be highlighted.</a:t>
            </a:r>
            <a:endParaRPr sz="1000"/>
          </a:p>
        </p:txBody>
      </p:sp>
      <p:sp>
        <p:nvSpPr>
          <p:cNvPr id="301" name="Google Shape;301;p36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Typography</a:t>
            </a:r>
            <a:endParaRPr/>
          </a:p>
        </p:txBody>
      </p:sp>
      <p:sp>
        <p:nvSpPr>
          <p:cNvPr id="302" name="Google Shape;302;p36"/>
          <p:cNvSpPr txBox="1"/>
          <p:nvPr>
            <p:ph idx="1" type="subTitle"/>
          </p:nvPr>
        </p:nvSpPr>
        <p:spPr>
          <a:xfrm>
            <a:off x="387150" y="786600"/>
            <a:ext cx="61452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Merriweather</a:t>
            </a:r>
            <a:endParaRPr/>
          </a:p>
        </p:txBody>
      </p:sp>
      <p:sp>
        <p:nvSpPr>
          <p:cNvPr id="303" name="Google Shape;303;p36"/>
          <p:cNvSpPr/>
          <p:nvPr/>
        </p:nvSpPr>
        <p:spPr>
          <a:xfrm>
            <a:off x="5834450" y="1817100"/>
            <a:ext cx="1314300" cy="230400"/>
          </a:xfrm>
          <a:prstGeom prst="roundRect">
            <a:avLst>
              <a:gd fmla="val 50000" name="adj"/>
            </a:avLst>
          </a:prstGeom>
          <a:solidFill>
            <a:srgbClr val="410088"/>
          </a:solidFill>
          <a:ln>
            <a:noFill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Here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>
            <p:ph type="title"/>
          </p:nvPr>
        </p:nvSpPr>
        <p:spPr>
          <a:xfrm>
            <a:off x="1063125" y="1374975"/>
            <a:ext cx="7017900" cy="23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Iconography</a:t>
            </a:r>
            <a:endParaRPr/>
          </a:p>
        </p:txBody>
      </p:sp>
      <p:sp>
        <p:nvSpPr>
          <p:cNvPr id="309" name="Google Shape;309;p37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8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Iconography</a:t>
            </a:r>
            <a:endParaRPr/>
          </a:p>
        </p:txBody>
      </p:sp>
      <p:sp>
        <p:nvSpPr>
          <p:cNvPr id="315" name="Google Shape;315;p38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grpSp>
        <p:nvGrpSpPr>
          <p:cNvPr id="316" name="Google Shape;316;p38"/>
          <p:cNvGrpSpPr/>
          <p:nvPr/>
        </p:nvGrpSpPr>
        <p:grpSpPr>
          <a:xfrm>
            <a:off x="387162" y="1325096"/>
            <a:ext cx="4736128" cy="2740102"/>
            <a:chOff x="422500" y="1514950"/>
            <a:chExt cx="4806300" cy="2780700"/>
          </a:xfrm>
        </p:grpSpPr>
        <p:sp>
          <p:nvSpPr>
            <p:cNvPr id="317" name="Google Shape;317;p38"/>
            <p:cNvSpPr/>
            <p:nvPr/>
          </p:nvSpPr>
          <p:spPr>
            <a:xfrm>
              <a:off x="422500" y="1514950"/>
              <a:ext cx="4806300" cy="2780700"/>
            </a:xfrm>
            <a:prstGeom prst="rect">
              <a:avLst/>
            </a:prstGeom>
            <a:solidFill>
              <a:srgbClr val="92D2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8" name="Google Shape;318;p38"/>
            <p:cNvPicPr preferRelativeResize="0"/>
            <p:nvPr/>
          </p:nvPicPr>
          <p:blipFill rotWithShape="1">
            <a:blip r:embed="rId3">
              <a:alphaModFix/>
            </a:blip>
            <a:srcRect b="0" l="2133" r="0" t="0"/>
            <a:stretch/>
          </p:blipFill>
          <p:spPr>
            <a:xfrm>
              <a:off x="422500" y="2637975"/>
              <a:ext cx="4793224" cy="165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9" name="Google Shape;319;p38"/>
          <p:cNvGrpSpPr/>
          <p:nvPr/>
        </p:nvGrpSpPr>
        <p:grpSpPr>
          <a:xfrm>
            <a:off x="5123095" y="1323397"/>
            <a:ext cx="2152167" cy="2740070"/>
            <a:chOff x="5400050" y="1567025"/>
            <a:chExt cx="1858200" cy="2365800"/>
          </a:xfrm>
        </p:grpSpPr>
        <p:sp>
          <p:nvSpPr>
            <p:cNvPr id="320" name="Google Shape;320;p38"/>
            <p:cNvSpPr/>
            <p:nvPr/>
          </p:nvSpPr>
          <p:spPr>
            <a:xfrm>
              <a:off x="5400050" y="1567025"/>
              <a:ext cx="1858200" cy="2365800"/>
            </a:xfrm>
            <a:prstGeom prst="rect">
              <a:avLst/>
            </a:prstGeom>
            <a:solidFill>
              <a:srgbClr val="F7F5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1" name="Google Shape;321;p38"/>
            <p:cNvPicPr preferRelativeResize="0"/>
            <p:nvPr/>
          </p:nvPicPr>
          <p:blipFill rotWithShape="1">
            <a:blip r:embed="rId4">
              <a:alphaModFix/>
            </a:blip>
            <a:srcRect b="7063" l="0" r="0" t="0"/>
            <a:stretch/>
          </p:blipFill>
          <p:spPr>
            <a:xfrm>
              <a:off x="5781300" y="2041074"/>
              <a:ext cx="983875" cy="1891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2" name="Google Shape;322;p38"/>
          <p:cNvPicPr preferRelativeResize="0"/>
          <p:nvPr/>
        </p:nvPicPr>
        <p:blipFill rotWithShape="1">
          <a:blip r:embed="rId5">
            <a:alphaModFix/>
          </a:blip>
          <a:srcRect b="2657" l="0" r="0" t="0"/>
          <a:stretch/>
        </p:blipFill>
        <p:spPr>
          <a:xfrm>
            <a:off x="7582761" y="2920400"/>
            <a:ext cx="1198949" cy="107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8"/>
          <p:cNvPicPr preferRelativeResize="0"/>
          <p:nvPr/>
        </p:nvPicPr>
        <p:blipFill rotWithShape="1">
          <a:blip r:embed="rId6">
            <a:alphaModFix/>
          </a:blip>
          <a:srcRect b="2647" l="0" r="0" t="0"/>
          <a:stretch/>
        </p:blipFill>
        <p:spPr>
          <a:xfrm>
            <a:off x="7524649" y="1476098"/>
            <a:ext cx="1315178" cy="1230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Iconography</a:t>
            </a:r>
            <a:endParaRPr/>
          </a:p>
        </p:txBody>
      </p:sp>
      <p:sp>
        <p:nvSpPr>
          <p:cNvPr id="329" name="Google Shape;329;p39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330" name="Google Shape;330;p39"/>
          <p:cNvSpPr txBox="1"/>
          <p:nvPr>
            <p:ph idx="1" type="subTitle"/>
          </p:nvPr>
        </p:nvSpPr>
        <p:spPr>
          <a:xfrm>
            <a:off x="387150" y="798875"/>
            <a:ext cx="4851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Icons</a:t>
            </a:r>
            <a:endParaRPr sz="1000"/>
          </a:p>
        </p:txBody>
      </p:sp>
      <p:sp>
        <p:nvSpPr>
          <p:cNvPr id="331" name="Google Shape;331;p39"/>
          <p:cNvSpPr/>
          <p:nvPr/>
        </p:nvSpPr>
        <p:spPr>
          <a:xfrm>
            <a:off x="387150" y="1341575"/>
            <a:ext cx="1314300" cy="230400"/>
          </a:xfrm>
          <a:prstGeom prst="roundRect">
            <a:avLst>
              <a:gd fmla="val 50000" name="adj"/>
            </a:avLst>
          </a:prstGeom>
          <a:solidFill>
            <a:srgbClr val="410088"/>
          </a:solidFill>
          <a:ln>
            <a:noFill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Here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Iconography</a:t>
            </a:r>
            <a:endParaRPr/>
          </a:p>
        </p:txBody>
      </p:sp>
      <p:sp>
        <p:nvSpPr>
          <p:cNvPr id="337" name="Google Shape;337;p40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338" name="Google Shape;338;p40"/>
          <p:cNvSpPr txBox="1"/>
          <p:nvPr>
            <p:ph idx="1" type="subTitle"/>
          </p:nvPr>
        </p:nvSpPr>
        <p:spPr>
          <a:xfrm>
            <a:off x="387150" y="798875"/>
            <a:ext cx="48516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Team Headshots</a:t>
            </a:r>
            <a:endParaRPr sz="1000"/>
          </a:p>
        </p:txBody>
      </p:sp>
      <p:sp>
        <p:nvSpPr>
          <p:cNvPr id="339" name="Google Shape;339;p40"/>
          <p:cNvSpPr/>
          <p:nvPr/>
        </p:nvSpPr>
        <p:spPr>
          <a:xfrm>
            <a:off x="387150" y="1341575"/>
            <a:ext cx="1314300" cy="230400"/>
          </a:xfrm>
          <a:prstGeom prst="roundRect">
            <a:avLst>
              <a:gd fmla="val 50000" name="adj"/>
            </a:avLst>
          </a:prstGeom>
          <a:solidFill>
            <a:srgbClr val="410088"/>
          </a:solidFill>
          <a:ln>
            <a:noFill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Here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"/>
          <p:cNvSpPr txBox="1"/>
          <p:nvPr>
            <p:ph type="title"/>
          </p:nvPr>
        </p:nvSpPr>
        <p:spPr>
          <a:xfrm>
            <a:off x="1063125" y="1374975"/>
            <a:ext cx="7017900" cy="23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Application Examples</a:t>
            </a:r>
            <a:endParaRPr/>
          </a:p>
        </p:txBody>
      </p:sp>
      <p:sp>
        <p:nvSpPr>
          <p:cNvPr id="345" name="Google Shape;345;p41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Applications</a:t>
            </a:r>
            <a:endParaRPr/>
          </a:p>
        </p:txBody>
      </p:sp>
      <p:sp>
        <p:nvSpPr>
          <p:cNvPr id="351" name="Google Shape;351;p42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352" name="Google Shape;352;p42"/>
          <p:cNvSpPr txBox="1"/>
          <p:nvPr>
            <p:ph idx="1" type="subTitle"/>
          </p:nvPr>
        </p:nvSpPr>
        <p:spPr>
          <a:xfrm>
            <a:off x="387150" y="798875"/>
            <a:ext cx="4851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Email Signatures</a:t>
            </a:r>
            <a:endParaRPr sz="1000"/>
          </a:p>
        </p:txBody>
      </p:sp>
      <p:sp>
        <p:nvSpPr>
          <p:cNvPr id="353" name="Google Shape;353;p42"/>
          <p:cNvSpPr/>
          <p:nvPr/>
        </p:nvSpPr>
        <p:spPr>
          <a:xfrm>
            <a:off x="387150" y="4334175"/>
            <a:ext cx="1314300" cy="230400"/>
          </a:xfrm>
          <a:prstGeom prst="roundRect">
            <a:avLst>
              <a:gd fmla="val 50000" name="adj"/>
            </a:avLst>
          </a:prstGeom>
          <a:solidFill>
            <a:srgbClr val="410088"/>
          </a:solidFill>
          <a:ln>
            <a:noFill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Here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54" name="Google Shape;354;p42"/>
          <p:cNvSpPr txBox="1"/>
          <p:nvPr/>
        </p:nvSpPr>
        <p:spPr>
          <a:xfrm>
            <a:off x="710000" y="2408800"/>
            <a:ext cx="20937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55" name="Google Shape;355;p42"/>
          <p:cNvGrpSpPr/>
          <p:nvPr/>
        </p:nvGrpSpPr>
        <p:grpSpPr>
          <a:xfrm>
            <a:off x="710000" y="1151358"/>
            <a:ext cx="3551595" cy="2901975"/>
            <a:chOff x="710000" y="1151358"/>
            <a:chExt cx="3551595" cy="2901975"/>
          </a:xfrm>
        </p:grpSpPr>
        <p:sp>
          <p:nvSpPr>
            <p:cNvPr id="356" name="Google Shape;356;p42"/>
            <p:cNvSpPr txBox="1"/>
            <p:nvPr/>
          </p:nvSpPr>
          <p:spPr>
            <a:xfrm>
              <a:off x="710000" y="2408800"/>
              <a:ext cx="20937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grpSp>
          <p:nvGrpSpPr>
            <p:cNvPr id="357" name="Google Shape;357;p42"/>
            <p:cNvGrpSpPr/>
            <p:nvPr/>
          </p:nvGrpSpPr>
          <p:grpSpPr>
            <a:xfrm>
              <a:off x="853687" y="1151358"/>
              <a:ext cx="3407908" cy="2901975"/>
              <a:chOff x="513250" y="-3110700"/>
              <a:chExt cx="4314900" cy="2914800"/>
            </a:xfrm>
          </p:grpSpPr>
          <p:sp>
            <p:nvSpPr>
              <p:cNvPr id="358" name="Google Shape;358;p42"/>
              <p:cNvSpPr/>
              <p:nvPr/>
            </p:nvSpPr>
            <p:spPr>
              <a:xfrm>
                <a:off x="513250" y="-3110700"/>
                <a:ext cx="4314900" cy="2914800"/>
              </a:xfrm>
              <a:prstGeom prst="roundRect">
                <a:avLst>
                  <a:gd fmla="val 5555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428625" rotWithShape="0" algn="bl" dir="5400000" dist="19050">
                  <a:srgbClr val="000000">
                    <a:alpha val="24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42"/>
              <p:cNvSpPr/>
              <p:nvPr/>
            </p:nvSpPr>
            <p:spPr>
              <a:xfrm>
                <a:off x="513250" y="-3110700"/>
                <a:ext cx="4314900" cy="276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rgbClr val="410088"/>
              </a:solidFill>
              <a:ln>
                <a:noFill/>
              </a:ln>
            </p:spPr>
            <p:txBody>
              <a:bodyPr anchorCtr="0" anchor="ctr" bIns="86400" lIns="234000" spcFirstLastPara="1" rIns="91425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New</a:t>
                </a:r>
                <a:r>
                  <a:rPr lang="fr" sz="1600"/>
                  <a:t> </a:t>
                </a:r>
                <a:r>
                  <a:rPr lang="fr" sz="9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Message to</a:t>
                </a:r>
                <a:endParaRPr sz="1600"/>
              </a:p>
            </p:txBody>
          </p:sp>
          <p:sp>
            <p:nvSpPr>
              <p:cNvPr id="360" name="Google Shape;360;p42"/>
              <p:cNvSpPr/>
              <p:nvPr/>
            </p:nvSpPr>
            <p:spPr>
              <a:xfrm rot="10800000">
                <a:off x="513250" y="-558000"/>
                <a:ext cx="4314900" cy="362100"/>
              </a:xfrm>
              <a:prstGeom prst="round2SameRect">
                <a:avLst>
                  <a:gd fmla="val 46686" name="adj1"/>
                  <a:gd fmla="val 0" name="adj2"/>
                </a:avLst>
              </a:prstGeom>
              <a:solidFill>
                <a:srgbClr val="AF8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42"/>
              <p:cNvSpPr/>
              <p:nvPr/>
            </p:nvSpPr>
            <p:spPr>
              <a:xfrm>
                <a:off x="3972000" y="-462750"/>
                <a:ext cx="600000" cy="171600"/>
              </a:xfrm>
              <a:prstGeom prst="roundRect">
                <a:avLst>
                  <a:gd fmla="val 16667" name="adj"/>
                </a:avLst>
              </a:prstGeom>
              <a:solidFill>
                <a:srgbClr val="2466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7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Send</a:t>
                </a:r>
                <a:endParaRPr sz="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362" name="Google Shape;362;p42"/>
              <p:cNvGrpSpPr/>
              <p:nvPr/>
            </p:nvGrpSpPr>
            <p:grpSpPr>
              <a:xfrm>
                <a:off x="4571771" y="-3005882"/>
                <a:ext cx="86395" cy="86395"/>
                <a:chOff x="6275875" y="-1186650"/>
                <a:chExt cx="123900" cy="123900"/>
              </a:xfrm>
            </p:grpSpPr>
            <p:cxnSp>
              <p:nvCxnSpPr>
                <p:cNvPr id="363" name="Google Shape;363;p42"/>
                <p:cNvCxnSpPr/>
                <p:nvPr/>
              </p:nvCxnSpPr>
              <p:spPr>
                <a:xfrm>
                  <a:off x="6275875" y="-1186650"/>
                  <a:ext cx="123900" cy="1239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" name="Google Shape;364;p42"/>
                <p:cNvCxnSpPr/>
                <p:nvPr/>
              </p:nvCxnSpPr>
              <p:spPr>
                <a:xfrm flipH="1">
                  <a:off x="6276025" y="-1186500"/>
                  <a:ext cx="123600" cy="1236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65" name="Google Shape;365;p42"/>
              <p:cNvSpPr/>
              <p:nvPr/>
            </p:nvSpPr>
            <p:spPr>
              <a:xfrm>
                <a:off x="722800" y="-2698020"/>
                <a:ext cx="3895800" cy="219000"/>
              </a:xfrm>
              <a:prstGeom prst="roundRect">
                <a:avLst>
                  <a:gd fmla="val 50000" name="adj"/>
                </a:avLst>
              </a:pr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700">
                    <a:solidFill>
                      <a:srgbClr val="410088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Subject</a:t>
                </a:r>
                <a:endParaRPr>
                  <a:solidFill>
                    <a:srgbClr val="410088"/>
                  </a:solidFill>
                </a:endParaRPr>
              </a:p>
            </p:txBody>
          </p:sp>
        </p:grpSp>
      </p:grpSp>
      <p:grpSp>
        <p:nvGrpSpPr>
          <p:cNvPr id="366" name="Google Shape;366;p42"/>
          <p:cNvGrpSpPr/>
          <p:nvPr/>
        </p:nvGrpSpPr>
        <p:grpSpPr>
          <a:xfrm>
            <a:off x="4454700" y="1151358"/>
            <a:ext cx="3551595" cy="2901975"/>
            <a:chOff x="710000" y="1151358"/>
            <a:chExt cx="3551595" cy="2901975"/>
          </a:xfrm>
        </p:grpSpPr>
        <p:sp>
          <p:nvSpPr>
            <p:cNvPr id="367" name="Google Shape;367;p42"/>
            <p:cNvSpPr txBox="1"/>
            <p:nvPr/>
          </p:nvSpPr>
          <p:spPr>
            <a:xfrm>
              <a:off x="710000" y="2408800"/>
              <a:ext cx="20937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grpSp>
          <p:nvGrpSpPr>
            <p:cNvPr id="368" name="Google Shape;368;p42"/>
            <p:cNvGrpSpPr/>
            <p:nvPr/>
          </p:nvGrpSpPr>
          <p:grpSpPr>
            <a:xfrm>
              <a:off x="853687" y="1151358"/>
              <a:ext cx="3407908" cy="2901975"/>
              <a:chOff x="513250" y="-3110700"/>
              <a:chExt cx="4314900" cy="2914800"/>
            </a:xfrm>
          </p:grpSpPr>
          <p:sp>
            <p:nvSpPr>
              <p:cNvPr id="369" name="Google Shape;369;p42"/>
              <p:cNvSpPr/>
              <p:nvPr/>
            </p:nvSpPr>
            <p:spPr>
              <a:xfrm>
                <a:off x="513250" y="-3110700"/>
                <a:ext cx="4314900" cy="2914800"/>
              </a:xfrm>
              <a:prstGeom prst="roundRect">
                <a:avLst>
                  <a:gd fmla="val 5555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428625" rotWithShape="0" algn="bl" dir="5400000" dist="19050">
                  <a:srgbClr val="000000">
                    <a:alpha val="24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42"/>
              <p:cNvSpPr/>
              <p:nvPr/>
            </p:nvSpPr>
            <p:spPr>
              <a:xfrm>
                <a:off x="513250" y="-3110700"/>
                <a:ext cx="4314900" cy="276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rgbClr val="410088"/>
              </a:solidFill>
              <a:ln>
                <a:noFill/>
              </a:ln>
            </p:spPr>
            <p:txBody>
              <a:bodyPr anchorCtr="0" anchor="ctr" bIns="86400" lIns="234000" spcFirstLastPara="1" rIns="91425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9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New</a:t>
                </a:r>
                <a:r>
                  <a:rPr lang="fr" sz="1600"/>
                  <a:t> </a:t>
                </a:r>
                <a:r>
                  <a:rPr lang="fr" sz="9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Message to</a:t>
                </a:r>
                <a:endParaRPr sz="1600"/>
              </a:p>
            </p:txBody>
          </p:sp>
          <p:sp>
            <p:nvSpPr>
              <p:cNvPr id="371" name="Google Shape;371;p42"/>
              <p:cNvSpPr/>
              <p:nvPr/>
            </p:nvSpPr>
            <p:spPr>
              <a:xfrm rot="10800000">
                <a:off x="513250" y="-558000"/>
                <a:ext cx="4314900" cy="362100"/>
              </a:xfrm>
              <a:prstGeom prst="round2SameRect">
                <a:avLst>
                  <a:gd fmla="val 46686" name="adj1"/>
                  <a:gd fmla="val 0" name="adj2"/>
                </a:avLst>
              </a:prstGeom>
              <a:solidFill>
                <a:srgbClr val="AF8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42"/>
              <p:cNvSpPr/>
              <p:nvPr/>
            </p:nvSpPr>
            <p:spPr>
              <a:xfrm>
                <a:off x="3972000" y="-462750"/>
                <a:ext cx="600000" cy="171600"/>
              </a:xfrm>
              <a:prstGeom prst="roundRect">
                <a:avLst>
                  <a:gd fmla="val 16667" name="adj"/>
                </a:avLst>
              </a:prstGeom>
              <a:solidFill>
                <a:srgbClr val="2466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7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Send</a:t>
                </a:r>
                <a:endParaRPr sz="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373" name="Google Shape;373;p42"/>
              <p:cNvGrpSpPr/>
              <p:nvPr/>
            </p:nvGrpSpPr>
            <p:grpSpPr>
              <a:xfrm>
                <a:off x="4571771" y="-3005882"/>
                <a:ext cx="86395" cy="86395"/>
                <a:chOff x="6275875" y="-1186650"/>
                <a:chExt cx="123900" cy="123900"/>
              </a:xfrm>
            </p:grpSpPr>
            <p:cxnSp>
              <p:nvCxnSpPr>
                <p:cNvPr id="374" name="Google Shape;374;p42"/>
                <p:cNvCxnSpPr/>
                <p:nvPr/>
              </p:nvCxnSpPr>
              <p:spPr>
                <a:xfrm>
                  <a:off x="6275875" y="-1186650"/>
                  <a:ext cx="123900" cy="1239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" name="Google Shape;375;p42"/>
                <p:cNvCxnSpPr/>
                <p:nvPr/>
              </p:nvCxnSpPr>
              <p:spPr>
                <a:xfrm flipH="1">
                  <a:off x="6276025" y="-1186500"/>
                  <a:ext cx="123600" cy="1236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76" name="Google Shape;376;p42"/>
              <p:cNvSpPr/>
              <p:nvPr/>
            </p:nvSpPr>
            <p:spPr>
              <a:xfrm>
                <a:off x="722800" y="-2698020"/>
                <a:ext cx="3895800" cy="219000"/>
              </a:xfrm>
              <a:prstGeom prst="roundRect">
                <a:avLst>
                  <a:gd fmla="val 50000" name="adj"/>
                </a:avLst>
              </a:pr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700">
                    <a:solidFill>
                      <a:srgbClr val="410088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Subject</a:t>
                </a:r>
                <a:endParaRPr>
                  <a:solidFill>
                    <a:srgbClr val="410088"/>
                  </a:solidFill>
                </a:endParaRPr>
              </a:p>
            </p:txBody>
          </p:sp>
        </p:grpSp>
      </p:grpSp>
      <p:pic>
        <p:nvPicPr>
          <p:cNvPr id="377" name="Google Shape;37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600" y="2468325"/>
            <a:ext cx="1758104" cy="11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Applications</a:t>
            </a:r>
            <a:endParaRPr/>
          </a:p>
        </p:txBody>
      </p:sp>
      <p:sp>
        <p:nvSpPr>
          <p:cNvPr id="383" name="Google Shape;383;p43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384" name="Google Shape;384;p43"/>
          <p:cNvSpPr txBox="1"/>
          <p:nvPr>
            <p:ph idx="1" type="subTitle"/>
          </p:nvPr>
        </p:nvSpPr>
        <p:spPr>
          <a:xfrm>
            <a:off x="387150" y="798875"/>
            <a:ext cx="4851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LinkedIn Banners x Business Account</a:t>
            </a:r>
            <a:endParaRPr sz="1000"/>
          </a:p>
        </p:txBody>
      </p:sp>
      <p:pic>
        <p:nvPicPr>
          <p:cNvPr id="385" name="Google Shape;3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025" y="1208400"/>
            <a:ext cx="5639825" cy="95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3851" y="2263280"/>
            <a:ext cx="5664173" cy="9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6025" y="3322300"/>
            <a:ext cx="5664275" cy="95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3"/>
          <p:cNvSpPr/>
          <p:nvPr/>
        </p:nvSpPr>
        <p:spPr>
          <a:xfrm>
            <a:off x="387150" y="1208400"/>
            <a:ext cx="1314300" cy="230400"/>
          </a:xfrm>
          <a:prstGeom prst="roundRect">
            <a:avLst>
              <a:gd fmla="val 50000" name="adj"/>
            </a:avLst>
          </a:prstGeom>
          <a:solidFill>
            <a:srgbClr val="410088"/>
          </a:solidFill>
          <a:ln>
            <a:noFill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Here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Applications</a:t>
            </a:r>
            <a:endParaRPr/>
          </a:p>
        </p:txBody>
      </p:sp>
      <p:sp>
        <p:nvSpPr>
          <p:cNvPr id="394" name="Google Shape;394;p44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395" name="Google Shape;395;p44"/>
          <p:cNvSpPr txBox="1"/>
          <p:nvPr>
            <p:ph idx="1" type="subTitle"/>
          </p:nvPr>
        </p:nvSpPr>
        <p:spPr>
          <a:xfrm>
            <a:off x="387150" y="798875"/>
            <a:ext cx="4851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LinkedIn Banners x Personal Accounts</a:t>
            </a:r>
            <a:endParaRPr sz="1000"/>
          </a:p>
        </p:txBody>
      </p:sp>
      <p:sp>
        <p:nvSpPr>
          <p:cNvPr id="396" name="Google Shape;396;p44"/>
          <p:cNvSpPr/>
          <p:nvPr/>
        </p:nvSpPr>
        <p:spPr>
          <a:xfrm>
            <a:off x="387150" y="1208400"/>
            <a:ext cx="1314300" cy="230400"/>
          </a:xfrm>
          <a:prstGeom prst="roundRect">
            <a:avLst>
              <a:gd fmla="val 50000" name="adj"/>
            </a:avLst>
          </a:prstGeom>
          <a:solidFill>
            <a:srgbClr val="410088"/>
          </a:solidFill>
          <a:ln>
            <a:noFill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Here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5"/>
          <p:cNvSpPr txBox="1"/>
          <p:nvPr>
            <p:ph idx="12" type="sldNum"/>
          </p:nvPr>
        </p:nvSpPr>
        <p:spPr>
          <a:xfrm>
            <a:off x="8578217" y="4889013"/>
            <a:ext cx="261600" cy="157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410088"/>
                </a:solidFill>
              </a:rPr>
              <a:t>‹#›</a:t>
            </a:fld>
            <a:endParaRPr>
              <a:solidFill>
                <a:srgbClr val="410088"/>
              </a:solidFill>
            </a:endParaRPr>
          </a:p>
        </p:txBody>
      </p:sp>
      <p:sp>
        <p:nvSpPr>
          <p:cNvPr id="402" name="Google Shape;402;p45"/>
          <p:cNvSpPr txBox="1"/>
          <p:nvPr/>
        </p:nvSpPr>
        <p:spPr>
          <a:xfrm>
            <a:off x="5008125" y="1215144"/>
            <a:ext cx="266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Email Signatures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3" name="Google Shape;403;p45"/>
          <p:cNvSpPr txBox="1"/>
          <p:nvPr/>
        </p:nvSpPr>
        <p:spPr>
          <a:xfrm>
            <a:off x="5008125" y="2544797"/>
            <a:ext cx="266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 Business Banners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4" name="Google Shape;404;p45"/>
          <p:cNvSpPr txBox="1"/>
          <p:nvPr/>
        </p:nvSpPr>
        <p:spPr>
          <a:xfrm>
            <a:off x="5008125" y="2084356"/>
            <a:ext cx="1975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Business Cards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5" name="Google Shape;405;p45"/>
          <p:cNvSpPr txBox="1"/>
          <p:nvPr/>
        </p:nvSpPr>
        <p:spPr>
          <a:xfrm>
            <a:off x="1649763" y="3003846"/>
            <a:ext cx="1975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Pictograms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6" name="Google Shape;406;p45"/>
          <p:cNvSpPr/>
          <p:nvPr/>
        </p:nvSpPr>
        <p:spPr>
          <a:xfrm>
            <a:off x="1481350" y="1297044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7" name="Google Shape;407;p45"/>
          <p:cNvSpPr txBox="1"/>
          <p:nvPr/>
        </p:nvSpPr>
        <p:spPr>
          <a:xfrm>
            <a:off x="5008125" y="3003846"/>
            <a:ext cx="266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 Personal Banners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5008125" y="1619299"/>
            <a:ext cx="2551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9" name="Google Shape;409;p45"/>
          <p:cNvSpPr txBox="1"/>
          <p:nvPr/>
        </p:nvSpPr>
        <p:spPr>
          <a:xfrm>
            <a:off x="1649763" y="2084356"/>
            <a:ext cx="1975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Favicon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0" name="Google Shape;410;p45"/>
          <p:cNvSpPr txBox="1"/>
          <p:nvPr/>
        </p:nvSpPr>
        <p:spPr>
          <a:xfrm>
            <a:off x="1649763" y="3464763"/>
            <a:ext cx="1975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Team Headshots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1" name="Google Shape;411;p45"/>
          <p:cNvSpPr txBox="1"/>
          <p:nvPr/>
        </p:nvSpPr>
        <p:spPr>
          <a:xfrm>
            <a:off x="1649763" y="1215144"/>
            <a:ext cx="266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Logos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2" name="Google Shape;412;p45"/>
          <p:cNvSpPr txBox="1"/>
          <p:nvPr/>
        </p:nvSpPr>
        <p:spPr>
          <a:xfrm>
            <a:off x="1649763" y="1619299"/>
            <a:ext cx="266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Monogram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3" name="Google Shape;413;p45"/>
          <p:cNvSpPr txBox="1"/>
          <p:nvPr/>
        </p:nvSpPr>
        <p:spPr>
          <a:xfrm>
            <a:off x="1649763" y="2544797"/>
            <a:ext cx="2669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Illustrations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4" name="Google Shape;414;p45"/>
          <p:cNvSpPr txBox="1"/>
          <p:nvPr>
            <p:ph type="title"/>
          </p:nvPr>
        </p:nvSpPr>
        <p:spPr>
          <a:xfrm>
            <a:off x="387150" y="310025"/>
            <a:ext cx="6593700" cy="4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Graphic Element Index</a:t>
            </a:r>
            <a:endParaRPr/>
          </a:p>
        </p:txBody>
      </p:sp>
      <p:sp>
        <p:nvSpPr>
          <p:cNvPr id="415" name="Google Shape;415;p45"/>
          <p:cNvSpPr/>
          <p:nvPr/>
        </p:nvSpPr>
        <p:spPr>
          <a:xfrm>
            <a:off x="1481350" y="1701199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6" name="Google Shape;416;p45"/>
          <p:cNvSpPr/>
          <p:nvPr/>
        </p:nvSpPr>
        <p:spPr>
          <a:xfrm>
            <a:off x="1481350" y="2166256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7" name="Google Shape;417;p45"/>
          <p:cNvSpPr/>
          <p:nvPr/>
        </p:nvSpPr>
        <p:spPr>
          <a:xfrm>
            <a:off x="1481350" y="2626697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8" name="Google Shape;418;p45"/>
          <p:cNvSpPr/>
          <p:nvPr/>
        </p:nvSpPr>
        <p:spPr>
          <a:xfrm>
            <a:off x="1481350" y="3085746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9" name="Google Shape;419;p45"/>
          <p:cNvSpPr/>
          <p:nvPr/>
        </p:nvSpPr>
        <p:spPr>
          <a:xfrm>
            <a:off x="1481350" y="3546663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6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0" name="Google Shape;420;p45"/>
          <p:cNvSpPr/>
          <p:nvPr/>
        </p:nvSpPr>
        <p:spPr>
          <a:xfrm>
            <a:off x="4825125" y="1701199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8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1" name="Google Shape;421;p45"/>
          <p:cNvSpPr/>
          <p:nvPr/>
        </p:nvSpPr>
        <p:spPr>
          <a:xfrm>
            <a:off x="4825125" y="2166256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9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2" name="Google Shape;422;p45"/>
          <p:cNvSpPr/>
          <p:nvPr/>
        </p:nvSpPr>
        <p:spPr>
          <a:xfrm>
            <a:off x="4825125" y="2626697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10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3" name="Google Shape;423;p45"/>
          <p:cNvSpPr/>
          <p:nvPr/>
        </p:nvSpPr>
        <p:spPr>
          <a:xfrm>
            <a:off x="4825125" y="3085746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4" name="Google Shape;424;p45"/>
          <p:cNvSpPr/>
          <p:nvPr/>
        </p:nvSpPr>
        <p:spPr>
          <a:xfrm>
            <a:off x="4825125" y="3546663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12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5" name="Google Shape;425;p45"/>
          <p:cNvSpPr txBox="1"/>
          <p:nvPr/>
        </p:nvSpPr>
        <p:spPr>
          <a:xfrm>
            <a:off x="5008125" y="3464763"/>
            <a:ext cx="28593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u="sng">
                <a:solidFill>
                  <a:srgbClr val="410088"/>
                </a:solidFill>
                <a:latin typeface="Manrope"/>
                <a:ea typeface="Manrope"/>
                <a:cs typeface="Manrope"/>
                <a:sym typeface="Manrope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 Campaign Templates</a:t>
            </a:r>
            <a:endParaRPr sz="1500">
              <a:solidFill>
                <a:srgbClr val="410088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6" name="Google Shape;426;p45"/>
          <p:cNvSpPr/>
          <p:nvPr/>
        </p:nvSpPr>
        <p:spPr>
          <a:xfrm>
            <a:off x="4825125" y="1297044"/>
            <a:ext cx="183000" cy="183000"/>
          </a:xfrm>
          <a:prstGeom prst="ellipse">
            <a:avLst/>
          </a:prstGeom>
          <a:solidFill>
            <a:srgbClr val="410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7</a:t>
            </a:r>
            <a:endParaRPr sz="8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